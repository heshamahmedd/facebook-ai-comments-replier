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/>
  <p:notesSz cx="6858000" cy="9144000"/>
  <p:embeddedFontLst>
    <p:embeddedFont>
      <p:font typeface="Roboto" panose="02000000000000000000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1.fntdata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0650a498a_0_17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0650a498a_0_17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0650a498a_0_41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b0650a498a_0_4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0650a498a_0_3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0650a498a_0_3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0650a498a_0_40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0650a498a_0_40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0650a498a_0_41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b0650a498a_0_4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650a498a_0_42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0650a498a_0_42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b0650a498a_0_43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b0650a498a_0_43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0650a498a_0_43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0650a498a_0_4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0650a498a_0_44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0650a498a_0_44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b0650a498a_0_45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b0650a498a_0_45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0650a498a_0_46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0650a498a_0_46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0650a498a_0_47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b0650a498a_0_47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0650a498a_0_48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b0650a498a_0_48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0650a498a_0_49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b0650a498a_0_49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0650a498a_0_49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0650a498a_0_49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b0650a498a_0_51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b0650a498a_0_5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b0650a498a_0_52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b0650a498a_0_52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0650a498a_0_52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b0650a498a_0_52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0650a498a_0_53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b0650a498a_0_53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bg>
      <p:bgPr>
        <a:solidFill>
          <a:schemeClr val="dk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13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bg>
      <p:bgPr>
        <a:solidFill>
          <a:schemeClr val="dk1"/>
        </a:solidFill>
        <a:effectLst/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" name="Google Shape;23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type="body" idx="1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type="body" idx="2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type="body" idx="1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" name="Google Shape;54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type="subTitle" idx="1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body" idx="1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3" name="Google Shape;73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6" name="Google Shape;76;p11"/>
          <p:cNvSpPr txBox="1"/>
          <p:nvPr>
            <p:ph type="title" hasCustomPrompt="1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type="body" idx="1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 panose="02000000000000000000"/>
              <a:buChar char="●"/>
              <a:defRPr sz="18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○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■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●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○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■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●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○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 panose="02000000000000000000"/>
              <a:buChar char="■"/>
              <a:defRPr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598100" y="1264302"/>
            <a:ext cx="8222100" cy="134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AI Social Media Coordinator (Facebook)</a:t>
            </a:r>
            <a:br>
              <a:rPr lang="en-GB"/>
            </a:br>
            <a:r>
              <a:rPr lang="en-US" altLang="en-GB"/>
              <a:t>By Hesham Ahmed Mohamed</a:t>
            </a:r>
            <a:endParaRPr lang="en-US" altLang="en-GB"/>
          </a:p>
        </p:txBody>
      </p:sp>
      <p:sp>
        <p:nvSpPr>
          <p:cNvPr id="86" name="Google Shape;86;p13"/>
          <p:cNvSpPr txBox="1"/>
          <p:nvPr>
            <p:ph type="subTitle" idx="1"/>
          </p:nvPr>
        </p:nvSpPr>
        <p:spPr>
          <a:xfrm>
            <a:off x="598088" y="2715913"/>
            <a:ext cx="8222100" cy="11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I Built: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local Llama 3.1 agent that reads Page comments and replies via the Facebook Graph API</a:t>
            </a:r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Agenda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14"/>
          <p:cNvSpPr txBox="1"/>
          <p:nvPr>
            <p:ph type="body" idx="1"/>
          </p:nvPr>
        </p:nvSpPr>
        <p:spPr>
          <a:xfrm>
            <a:off x="311700" y="1141750"/>
            <a:ext cx="8520600" cy="3339000"/>
          </a:xfrm>
          <a:prstGeom prst="rect">
            <a:avLst/>
          </a:prstGeom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Business goal and constraints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What we built (repo + components)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Meta/Facebook developer setup (tokens + permissions)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How the agent works (polling + LLM + posting)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Reliability, safety, and troubleshooting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Next steps / roadmap</a:t>
            </a:r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Problem And Solution</a:t>
            </a:r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Business Goal</a:t>
            </a:r>
            <a:endParaRPr lang="en-GB"/>
          </a:p>
        </p:txBody>
      </p:sp>
      <p:sp>
        <p:nvSpPr>
          <p:cNvPr id="103" name="Google Shape;103;p16"/>
          <p:cNvSpPr txBox="1"/>
          <p:nvPr>
            <p:ph type="body" idx="1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/>
              <a:t>Goal: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/>
              <a:t>Reply to new comments quickly and consistently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/>
              <a:t>Use local Llama 3.1 (Ollama) for privacy + cost control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/>
              <a:t>Avoid duplicate replies and unsafe/incorrect claims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104" name="Google Shape;104;p16"/>
          <p:cNvSpPr txBox="1"/>
          <p:nvPr>
            <p:ph type="body" idx="2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/>
              <a:t>Constraints: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/>
              <a:t>Must use Facebook Graph API + correct Page permissions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/>
              <a:t>Tokens expire; production needs long-lived token strategy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500"/>
              <a:t>Visibility/moderation can hide replies from the public</a:t>
            </a:r>
            <a:endParaRPr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I Built:</a:t>
            </a:r>
            <a:endParaRPr lang="en-GB"/>
          </a:p>
        </p:txBody>
      </p:sp>
      <p:sp>
        <p:nvSpPr>
          <p:cNvPr id="110" name="Google Shape;110;p17"/>
          <p:cNvSpPr txBox="1"/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Python agent that polls Page posts and reads new comments (Graph API)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Reply generation using local Ollama model: llama3.1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Auto-reply posting back to Facebook comments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SQLite state to prevent double replies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Reply sanitization (removes invisible/control chars)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Visibility checks (is_hidden/is_private) + auto-unhide attempt</a:t>
            </a:r>
            <a:endParaRPr lang="en-GB"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Dry-run mode for safe testing</a:t>
            </a:r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Meta / Facebook Developer Setup</a:t>
            </a:r>
            <a:endParaRPr lang="en-GB"/>
          </a:p>
        </p:txBody>
      </p:sp>
      <p:sp>
        <p:nvSpPr>
          <p:cNvPr id="116" name="Google Shape;116;p18"/>
          <p:cNvSpPr txBox="1"/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app → permissions → generate Page access token → configure .env</a:t>
            </a:r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990"/>
              <a:t>Required Permissions (Typical For Page Comment Reply)</a:t>
            </a:r>
            <a:endParaRPr sz="1990"/>
          </a:p>
        </p:txBody>
      </p:sp>
      <p:sp>
        <p:nvSpPr>
          <p:cNvPr id="122" name="Google Shape;122;p19"/>
          <p:cNvSpPr txBox="1"/>
          <p:nvPr>
            <p:ph type="body" idx="1"/>
          </p:nvPr>
        </p:nvSpPr>
        <p:spPr>
          <a:xfrm>
            <a:off x="311700" y="1229875"/>
            <a:ext cx="8520600" cy="205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pages_show_list (so /me/accounts returns your Pages)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pages_read_engagement (read comments/engagement)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pages_manage_engagement (reply to comments)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pages_manage_metadata (commonly required for Page reads)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Note: App Review/Advanced access is required for production use beyond your own assets.</a:t>
            </a:r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Token WorkFlow</a:t>
            </a:r>
            <a:endParaRPr lang="en-GB"/>
          </a:p>
        </p:txBody>
      </p:sp>
      <p:sp>
        <p:nvSpPr>
          <p:cNvPr id="128" name="Google Shape;128;p20"/>
          <p:cNvSpPr txBox="1"/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1) Generate a User access token in Graph API Explorer with the permissions above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2) Call GET /me/accounts to list Pages you manage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3) Copy the Page id → FB_PAGE_ID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4) Copy the Page access_token → FB_ACCESS_TOKEN (this is what the agent uses)</a:t>
            </a:r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Local configuration (.env)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21"/>
          <p:cNvSpPr txBox="1"/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Create /workspace/.env (exact name) next to requirements.txt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Set FB_PAGE_ID and FB_ACCESS_TOKEN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Set DRY_RUN=true for first tests; switch to false to post replies</a:t>
            </a:r>
            <a:endParaRPr lang="en-GB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Set OLLAMA_MODEL=llama3.1 and ensure Ollama runs on OLLAMA_HOS</a:t>
            </a:r>
            <a:r>
              <a:rPr lang="en-GB"/>
              <a:t>T</a:t>
            </a:r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System Design &amp; Workflow</a:t>
            </a:r>
            <a:endParaRPr lang="en-GB"/>
          </a:p>
        </p:txBody>
      </p:sp>
      <p:sp>
        <p:nvSpPr>
          <p:cNvPr id="140" name="Google Shape;140;p22"/>
          <p:cNvSpPr txBox="1"/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4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200"/>
              <a:t>How Graph API + Ollama + SQLite state work together</a:t>
            </a:r>
            <a:endParaRPr sz="4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High-Level Architecture</a:t>
            </a:r>
            <a:endParaRPr lang="en-GB"/>
          </a:p>
        </p:txBody>
      </p:sp>
      <p:pic>
        <p:nvPicPr>
          <p:cNvPr id="146" name="Google Shape;146;p2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1170200"/>
            <a:ext cx="8839201" cy="2380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Main loop (poll → decide → generate → post)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52" name="Google Shape;152;p2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1700" y="1181200"/>
            <a:ext cx="8122533" cy="3820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3" name="Google Shape;153;p24"/>
          <p:cNvCxnSpPr/>
          <p:nvPr/>
        </p:nvCxnSpPr>
        <p:spPr>
          <a:xfrm flipH="1">
            <a:off x="2282075" y="1414175"/>
            <a:ext cx="4493700" cy="11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Decision Tree (Should We Reply ?)</a:t>
            </a:r>
            <a:endParaRPr lang="en-GB"/>
          </a:p>
        </p:txBody>
      </p:sp>
      <p:pic>
        <p:nvPicPr>
          <p:cNvPr id="159" name="Google Shape;159;p2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1700" y="1170200"/>
            <a:ext cx="6055767" cy="382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 + Verify Visibility (Sequence)</a:t>
            </a:r>
            <a:endParaRPr lang="en-GB"/>
          </a:p>
        </p:txBody>
      </p:sp>
      <p:pic>
        <p:nvPicPr>
          <p:cNvPr id="165" name="Google Shape;165;p2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1700" y="1170200"/>
            <a:ext cx="5257624" cy="382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Reliability, Safety &amp; Troubleshooting</a:t>
            </a:r>
            <a:endParaRPr lang="en-GB"/>
          </a:p>
        </p:txBody>
      </p:sp>
      <p:sp>
        <p:nvSpPr>
          <p:cNvPr id="171" name="Google Shape;171;p27"/>
          <p:cNvSpPr txBox="1"/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we changed to make it robust in real usage</a:t>
            </a:r>
            <a:endParaRPr lang="en-GB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Safety &amp; quality controls</a:t>
            </a:r>
            <a:endParaRPr lang="en-GB"/>
          </a:p>
        </p:txBody>
      </p:sp>
      <p:pic>
        <p:nvPicPr>
          <p:cNvPr id="177" name="Google Shape;177;p2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27750" y="1159175"/>
            <a:ext cx="8839198" cy="50561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8"/>
          <p:cNvSpPr txBox="1"/>
          <p:nvPr/>
        </p:nvSpPr>
        <p:spPr>
          <a:xfrm>
            <a:off x="471825" y="1711550"/>
            <a:ext cx="3436500" cy="1569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Short replies (1–3 sentences)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No "I’m an AI" disclosure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No invented facts (prices/hours/policies)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Complaint handling: apologize + one clarifying question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79" name="Google Shape;179;p28"/>
          <p:cNvSpPr txBox="1"/>
          <p:nvPr/>
        </p:nvSpPr>
        <p:spPr>
          <a:xfrm>
            <a:off x="4049525" y="1711550"/>
            <a:ext cx="3436500" cy="2154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SQLite de-duplication (prevents spam/double replies)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DRY_RUN mode for safe testing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Unicode sanitization (prevents blank/invisible replies)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Visibility checks (detect hidden/private replies)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Token redaction in error logs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Trouble Shooting Highlights</a:t>
            </a:r>
            <a:endParaRPr lang="en-GB"/>
          </a:p>
        </p:txBody>
      </p:sp>
      <p:sp>
        <p:nvSpPr>
          <p:cNvPr id="185" name="Google Shape;185;p29"/>
          <p:cNvSpPr txBox="1"/>
          <p:nvPr/>
        </p:nvSpPr>
        <p:spPr>
          <a:xfrm>
            <a:off x="355775" y="1722550"/>
            <a:ext cx="3436500" cy="1339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DNS error: failed to resolve graph.facebook.com → network/DNS/VPN/proxy issue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Fix: nslookup, switch DNS, disable 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proxy/VPN, firewall allow Python</a:t>
            </a:r>
            <a:endParaRPr sz="15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86" name="Google Shape;186;p29"/>
          <p:cNvSpPr txBox="1"/>
          <p:nvPr/>
        </p:nvSpPr>
        <p:spPr>
          <a:xfrm>
            <a:off x="3933475" y="1722550"/>
            <a:ext cx="3436500" cy="1908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Owner sees replies but public doesn't → likely is_hidden/is_private or moderation settings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Fix: check reply flags via Graph API; unhide with POST ?is_hidden=false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Also review Meta Business Suite moderation filters</a:t>
            </a:r>
            <a:endParaRPr sz="1600">
              <a:solidFill>
                <a:schemeClr val="dk2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87" name="Google Shape;187;p2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55775" y="1117363"/>
            <a:ext cx="8839198" cy="505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Steps</a:t>
            </a:r>
            <a:endParaRPr lang="en-GB"/>
          </a:p>
        </p:txBody>
      </p:sp>
      <p:sp>
        <p:nvSpPr>
          <p:cNvPr id="193" name="Google Shape;193;p30"/>
          <p:cNvSpPr txBox="1"/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improvements for production</a:t>
            </a:r>
            <a:endParaRPr lang="en-GB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Roadmap</a:t>
            </a:r>
            <a:endParaRPr lang="en-GB"/>
          </a:p>
        </p:txBody>
      </p:sp>
      <p:sp>
        <p:nvSpPr>
          <p:cNvPr id="199" name="Google Shape;199;p31"/>
          <p:cNvSpPr txBox="1"/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Webhooks (real-time) instead of polling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Approval workflow (human-in-the-loop) for high-risk comments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Spam detection + keyword rules + escalation to DM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Rate limiting + exponential backoff + structured logging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Multi-platform: Instagram comments, WhatsApp/DM triage</a:t>
            </a:r>
            <a:endParaRPr lang="en-GB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2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Thank You !</a:t>
            </a:r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3429</Words>
  <Application>WPS Presentation</Application>
  <PresentationFormat/>
  <Paragraphs>125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Arial</vt:lpstr>
      <vt:lpstr>SimSun</vt:lpstr>
      <vt:lpstr>Wingdings</vt:lpstr>
      <vt:lpstr>Arial</vt:lpstr>
      <vt:lpstr>Roboto</vt:lpstr>
      <vt:lpstr>Microsoft YaHei</vt:lpstr>
      <vt:lpstr>Arial Unicode MS</vt:lpstr>
      <vt:lpstr>Geometric</vt:lpstr>
      <vt:lpstr>AI Social Media Coordinator (Facebook)</vt:lpstr>
      <vt:lpstr>Agenda</vt:lpstr>
      <vt:lpstr>Problem And Solution</vt:lpstr>
      <vt:lpstr>Business Goal</vt:lpstr>
      <vt:lpstr>What I Built:</vt:lpstr>
      <vt:lpstr>Meta / Facebook Developer Setup</vt:lpstr>
      <vt:lpstr>Required Permissions (Typical For Page Comment Reply)</vt:lpstr>
      <vt:lpstr>Token WorkFlow</vt:lpstr>
      <vt:lpstr>Local configuration (.env)</vt:lpstr>
      <vt:lpstr>System Design &amp; Workflow</vt:lpstr>
      <vt:lpstr>High-Level Architecture</vt:lpstr>
      <vt:lpstr>Main loop (poll → decide → generate → post)</vt:lpstr>
      <vt:lpstr>Decision Tree (Should We Reply ?)</vt:lpstr>
      <vt:lpstr>Post + Verify Visibility (Sequence)</vt:lpstr>
      <vt:lpstr>Reliability, Safety &amp; Troubleshooting</vt:lpstr>
      <vt:lpstr>Safety &amp; quality controls</vt:lpstr>
      <vt:lpstr>Trouble Shooting Highlights</vt:lpstr>
      <vt:lpstr>Next Steps</vt:lpstr>
      <vt:lpstr>Roadmap</vt:lpstr>
      <vt:lpstr>Thank You 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Social Media Coordinator (Facebook) By Hesham Ahmed Mohamed</dc:title>
  <dc:creator/>
  <cp:lastModifiedBy>Hello</cp:lastModifiedBy>
  <cp:revision>1</cp:revision>
  <dcterms:created xsi:type="dcterms:W3CDTF">2025-12-15T10:26:26Z</dcterms:created>
  <dcterms:modified xsi:type="dcterms:W3CDTF">2025-12-15T10:26:26Z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E8460FE8894D439594DECA4DE773BCBD_12</vt:lpwstr>
  </property>
  <property fmtid="{D5CDD505-2E9C-101B-9397-08002B2CF9AE}" pid="3" name="KSOProductBuildVer">
    <vt:lpwstr>1033-12.2.0.23155</vt:lpwstr>
  </property>
</Properties>
</file>