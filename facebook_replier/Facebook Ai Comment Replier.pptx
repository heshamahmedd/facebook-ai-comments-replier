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Robo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regular.fntdata"/><Relationship Id="rId25" Type="http://schemas.openxmlformats.org/officeDocument/2006/relationships/slide" Target="slides/slide20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0650a498a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0650a498a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0650a498a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0650a498a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0650a498a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0650a498a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0650a498a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0650a498a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0650a498a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0650a498a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0650a498a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0650a498a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0650a498a_0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0650a498a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0650a498a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0650a498a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0650a498a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0650a498a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0650a498a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b0650a498a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0650a498a_0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b0650a498a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0650a498a_0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0650a498a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0650a498a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0650a498a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0650a498a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b0650a498a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0650a498a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b0650a498a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0650a498a_0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b0650a498a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0650a498a_0_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b0650a498a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0650a498a_0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b0650a498a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0650a498a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b0650a498a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264302"/>
            <a:ext cx="8222100" cy="134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 Social Media Coordinator (Facebook)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11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 Built: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local Llama 3.1 agent that reads Page comments and replies via the Facebook Graph API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Agenda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141750"/>
            <a:ext cx="8520600" cy="3339000"/>
          </a:xfrm>
          <a:prstGeom prst="rect">
            <a:avLst/>
          </a:prstGeom>
          <a:ln cap="flat" cmpd="sng" w="9525">
            <a:solidFill>
              <a:schemeClr val="lt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Business goal and constraints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What we built (repo + components)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Meta/Facebook developer setup (tokens + permissions)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How the agent works (polling + LLM + posting)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Reliability, safety, and troubleshooting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Next steps / roadmap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And Solution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Business Goal</a:t>
            </a:r>
            <a:endParaRPr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Goal: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/>
              <a:t>Reply to new comments quickly and consistently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/>
              <a:t>Use local Llama 3.1 (Ollama) for privacy + cost control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/>
              <a:t>Avoid duplicate replies and unsafe/incorrect claims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Constraints: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/>
              <a:t>Must use Facebook Graph API + correct Page permissions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/>
              <a:t>Tokens expire; production needs long-lived token strategy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/>
              <a:t>Visibility/moderation can hide replies from the public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 Built:</a:t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Python agent that polls Page posts and reads new comments (Graph API)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Reply generation using local Ollama model: llama3.1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Auto-reply posting back to Facebook comments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SQLite state to prevent double replies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Reply sanitization (removes invisible/control chars)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Visibility checks (is_hidden/is_private) + auto-unhide attempt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Dry-run mode for safe testing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Meta / Facebook Developer Setup</a:t>
            </a:r>
            <a:endParaRPr/>
          </a:p>
        </p:txBody>
      </p:sp>
      <p:sp>
        <p:nvSpPr>
          <p:cNvPr id="116" name="Google Shape;116;p18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Create app → permissions → generate Page access token → configure .env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988"/>
              <a:t>Required Permissions (Typical For Page Comment Reply)</a:t>
            </a:r>
            <a:endParaRPr sz="1988"/>
          </a:p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311700" y="1229875"/>
            <a:ext cx="8520600" cy="20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pages_show_list (so /me/accounts returns your Pages)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pages_read_engagement (read comments/engagement)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pages_manage_engagement (reply to comments)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pages_manage_metadata (commonly required for Page reads)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Note: App Review/Advanced access is required for production use beyond your own assets.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Token WorkFlow</a:t>
            </a:r>
            <a:endParaRPr/>
          </a:p>
        </p:txBody>
      </p:sp>
      <p:sp>
        <p:nvSpPr>
          <p:cNvPr id="128" name="Google Shape;128;p2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Generate a User access token in Graph API Explorer with the permissions above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2) Call GET /me/accounts to list Pages you manage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3) Copy the Page id → FB_PAGE_ID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4) Copy the Page access_token → FB_ACCESS_TOKEN (this is what the agent uses)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Local configuration (.env)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Create /workspace/.env (exact name) next to requirements.txt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Set FB_PAGE_ID and FB_ACCESS_TOKEN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Set DRY_RUN=true for first tests; switch to false to post replies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Set OLLAMA_MODEL=llama3.1 and ensure Ollama runs on OLLAMA_HOS</a:t>
            </a:r>
            <a:r>
              <a:rPr lang="en-GB"/>
              <a:t>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System Design &amp; Workflow</a:t>
            </a:r>
            <a:endParaRPr/>
          </a:p>
        </p:txBody>
      </p:sp>
      <p:sp>
        <p:nvSpPr>
          <p:cNvPr id="140" name="Google Shape;140;p2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200"/>
              <a:t>How Graph API + Ollama + SQLite state work together</a:t>
            </a:r>
            <a:endParaRPr sz="4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High-Level Architecture</a:t>
            </a:r>
            <a:endParaRPr/>
          </a:p>
        </p:txBody>
      </p:sp>
      <p:pic>
        <p:nvPicPr>
          <p:cNvPr id="146" name="Google Shape;14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200"/>
            <a:ext cx="8839201" cy="2380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 loop (poll → decide → generate → post)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81200"/>
            <a:ext cx="8122533" cy="3820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3" name="Google Shape;153;p24"/>
          <p:cNvCxnSpPr/>
          <p:nvPr/>
        </p:nvCxnSpPr>
        <p:spPr>
          <a:xfrm flipH="1">
            <a:off x="2282075" y="1414175"/>
            <a:ext cx="4493700" cy="11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Decision Tree (Should We Reply ?)</a:t>
            </a:r>
            <a:endParaRPr/>
          </a:p>
        </p:txBody>
      </p:sp>
      <p:pic>
        <p:nvPicPr>
          <p:cNvPr id="159" name="Google Shape;15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70200"/>
            <a:ext cx="6055767" cy="382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Post + Verify Visibility (Sequence)</a:t>
            </a:r>
            <a:endParaRPr/>
          </a:p>
        </p:txBody>
      </p:sp>
      <p:pic>
        <p:nvPicPr>
          <p:cNvPr id="165" name="Google Shape;16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70200"/>
            <a:ext cx="5257624" cy="382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Reliability, Safety &amp; Troubleshooting</a:t>
            </a:r>
            <a:endParaRPr/>
          </a:p>
        </p:txBody>
      </p:sp>
      <p:sp>
        <p:nvSpPr>
          <p:cNvPr id="171" name="Google Shape;171;p27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we changed to make it robust in real usage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Safety &amp; quality controls</a:t>
            </a:r>
            <a:endParaRPr/>
          </a:p>
        </p:txBody>
      </p:sp>
      <p:pic>
        <p:nvPicPr>
          <p:cNvPr id="177" name="Google Shape;17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750" y="1159175"/>
            <a:ext cx="8839198" cy="50561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8"/>
          <p:cNvSpPr txBox="1"/>
          <p:nvPr/>
        </p:nvSpPr>
        <p:spPr>
          <a:xfrm>
            <a:off x="471825" y="1711550"/>
            <a:ext cx="3436500" cy="1569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Short replies (1–3 sentences)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No "I’m an AI" disclosure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No invented facts (prices/hours/policies)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Complaint handling: apologize + one clarifying question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28"/>
          <p:cNvSpPr txBox="1"/>
          <p:nvPr/>
        </p:nvSpPr>
        <p:spPr>
          <a:xfrm>
            <a:off x="4049525" y="1711550"/>
            <a:ext cx="3436500" cy="2154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SQLite de-duplication (prevents spam/double replies)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DRY_RUN mode for safe testing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Unicode sanitization (prevents blank/invisible replies)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Visibility checks (detect hidden/private replies)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Token redaction in error logs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Trouble Shooting Highlights</a:t>
            </a:r>
            <a:endParaRPr/>
          </a:p>
        </p:txBody>
      </p:sp>
      <p:sp>
        <p:nvSpPr>
          <p:cNvPr id="185" name="Google Shape;185;p29"/>
          <p:cNvSpPr txBox="1"/>
          <p:nvPr/>
        </p:nvSpPr>
        <p:spPr>
          <a:xfrm>
            <a:off x="355775" y="1722550"/>
            <a:ext cx="3436500" cy="1339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DNS error: failed to resolve graph.facebook.com → network/DNS/VPN/proxy issue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Fix: nslookup, switch DNS, disable 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proxy/VPN, firewall allow Python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29"/>
          <p:cNvSpPr txBox="1"/>
          <p:nvPr/>
        </p:nvSpPr>
        <p:spPr>
          <a:xfrm>
            <a:off x="3933475" y="1722550"/>
            <a:ext cx="3436500" cy="1908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Owner sees replies but public doesn't → likely is_hidden/is_private or moderation settings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Fix: check reply flags via Graph API; unhide with POST ?is_hidden=false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Also review Meta Business Suite moderation filters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7" name="Google Shape;18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775" y="1117363"/>
            <a:ext cx="8839198" cy="505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Next Steps</a:t>
            </a:r>
            <a:endParaRPr/>
          </a:p>
        </p:txBody>
      </p:sp>
      <p:sp>
        <p:nvSpPr>
          <p:cNvPr id="193" name="Google Shape;193;p30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improvements for production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Roadmap</a:t>
            </a:r>
            <a:endParaRPr/>
          </a:p>
        </p:txBody>
      </p:sp>
      <p:sp>
        <p:nvSpPr>
          <p:cNvPr id="199" name="Google Shape;199;p3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Webhooks (real-time) instead of polling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Approval workflow (human-in-the-loop) for high-risk comments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Spam detection + keyword rules + escalation to DM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Rate limiting + exponential backoff + structured logging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Multi-platform: Instagram comments, WhatsApp/DM triage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 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